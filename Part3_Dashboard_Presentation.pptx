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‫תא ה-Imports של Part 3‬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‫רק החבילות הייחודיות לחלק שלי, בלי לחזור על מה שכבר נטען בתא הראשי בראש המחברת‬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1_impo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931090"/>
            <a:ext cx="6035040" cy="18187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521208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‫תפקיד כל שורה:‬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210312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‫webbrowser - פותח את הדאשבורד המקומי אחרי שהוא נבנה.‬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‫plotly.express (px) + plotly.graph_objects (go) - שני API שונים של Plotly. px לגרפים סטנדרטיים מהירים, go לשליטה מלאה.‬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‫folium - בונה את מפת ישראל בטאב Geography.‬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‫wordcloud.WordCloud - יוצרת את ענן המילים כתמונת PNG.‬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‫px.defaults.template = plotly_white - מגדיר עיצוב ברירת מחדל לבן ונקי לכל הגרפים.‬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‫כל שאר החבילות (numpy, pandas, os, io, json, base64, matplotlib) כבר נטענו בתא הראשי, ואין טעם לחזור עליהן.‬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‫טעינת הדאטה, קידודים לתוויות, וקואורדינטות למפה‬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‫קריאה אחת של קובץ Excel, הגדרת מילונים של קידוד לתווית, ורשימת תת-מחוזות עם מיקומים‬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2_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2191789"/>
            <a:ext cx="6400800" cy="329738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49440" y="1463040"/>
            <a:ext cx="484632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1600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זה בנוי:‬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32320" y="2103120"/>
            <a:ext cx="44805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‫pd.read_excel - טעינה חד-פעמית של קובץ הסקר. 6,907 שורות ו-324 עמודות.‬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‫AGE_LABELS - מילון של מספר לתווית טקסטואלית. משמש רק להצגה בגרפים. הערכים בדאטה נשארים 1, 2, 3.‬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‫NAFA - מילון של 16 תת-מחוזות של הלמ״ס. כל אחד עם שם באנגלית וקואורדינטות של קו רוחב וקו אורך במרכזו.‬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‫המילון הזה יזין את מפת Folium בטאב Geography בהמשך.‬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‫הגדרת השאלון - 10 שאלות במבנה נתונים אחד‬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‫חמש שאלות ידע עם תשובה נכונה, וחמש שאלות התנהגות שממופות למשתני הסקר של הלמ״ס‬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3_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99450"/>
            <a:ext cx="5943600" cy="448205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92240" y="1463040"/>
            <a:ext cx="530352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67512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‫מבנה השאלות:‬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2103120"/>
            <a:ext cx="49377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‫שאלת knowledge - יש שדה correct שמסמן איזו אפשרות היא הנכונה.‬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‫שאלת behavior - יש שדה survey_var שמקושר למשתנה מהסקר של הלמ״ס. הלולאה בסוף מחשבת את popYes, אחוז המשיבים בסקר שענו כן על אותו משתנה.‬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‫החישוב של popYes מתבצע פעם אחת בטעינת המחברת. התוצאה נכתבת לתוך index.html כערך קבוע, כך שבזמן שהמשתמש עונה על השאלון אין הרצה של פייתון.‬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‫מבנה QUIZ הוא JSON serializable מלא, כלומר אפשר להמיר אותו למחרוזת JSON ולהחזיר בחזרה בלי לאבד מידע.‬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‫buildQuiz - בניית השאלון בזיכרון הדפדפן‬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‫כתיבת JavaScript שבונה את השאלון מתוך המערך QUIZ בזמן שהדף נטען‬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4_buildqu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5390" y="1463040"/>
            <a:ext cx="4672899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463040"/>
            <a:ext cx="539496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זה פועל:‬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‫DOM (Document Object Model) - עץ של אלמנטים HTML שהדפדפן מחזיק בזיכרון ואפשר לשנות דרך JavaScript. שינוי בעץ = שינוי במה שהמשתמש רואה.‬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‫document.createElement יוצר אלמנט חדש בזיכרון (לא בדף עדיין).‬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‫appendChild מוסיף אותו לתוך אלמנט אב. רק ברגע הזה האלמנט מופיע במסך.‬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‫לכל שאלה יוצרים div, וכל אפשרות זה radio button שיושב בתוך label.‬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‫name=q.id - כל הרדיו-בטנס של שאלה מסוימת מקבלים אותו name. זו התנהגות מובנית של HTML - הדפדפן מבטיח שרק אחד בקבוצה יבחר.‬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‫submitQuiz - השער שחוסם דילוג לדאשבורד‬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 אפשר לעקוף את השאלון כי הדאשבורד מוסתר, והפונקציה היחידה שחושפת אותו בודקת שכל השאלות נענו‬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5_submi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347" y="1463040"/>
            <a:ext cx="4930987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463040"/>
            <a:ext cx="539496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‫המנגנון של השער:‬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‫בטעינת הדף הראשוני, ה-div של הדאשבורד קיים ב-DOM אבל עם התכונה style display:none. המשתמש לא רואה אותו כי CSS מסתיר אותו.‬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‫submitQuiz היא הפונקציה היחידה שמשנה את זה ל-display block. הדרך היחידה לחשוף את הדאשבורד עוברת דרכה.‬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‫בתחילת הפונקציה: בדיקה שכל 10 השאלות נענו. אם יש חסרות - הודעת שגיאה עם רשימת המספרים, ו-return מיידי. הדאשבורד נשאר מוסתר.‬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‫רק אם הכל תקין - הפונקציה מציגה את הדאשבורד, חושפת את כפתור החזרה, מאפסת את מטמון הגרפים, וקוראת ל-showTab שירנדר את הטאב הראשון.‬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‫כפתור החזרה לבוחן - איך הוא נבנה ומופעל‬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‫כפתור בטופ בר של הדף שמופיע רק אחרי הגשה מוצלחת של השאלון‬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6_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20190"/>
            <a:ext cx="5303520" cy="46405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1463040"/>
            <a:ext cx="594360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0" y="16002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זה פועל:‬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035040" y="2103120"/>
            <a:ext cx="557784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‫בטעינת הדף הכפתור קיים ב-HTML אבל עם התכונה style display:none. המשתמש לא רואה אותו בזמן שהוא ממלא את השאלון.‬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‫submitQuiz שהצליח משנה את התכונה ל-display inline-flex. ברגע הזה הכפתור מופיע בטופ בר.‬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‫המאפיין onclick=backToQuiz קושר לחיצה על הכפתור לפונקציה שמבצעת איפוס.‬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‫הפונקציה עוברת על כל &lt;input type=radio&gt; בשאלון ומאפסת אותם ל-checked=false. הלולאה querySelectorAll בוחרת את כל הרדיו-בטנס בבת אחת.‬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‫לאחר מכן היא מסתירה את הדאשבורד, מציגה את מסך השאלון בחזרה, מסתירה שוב את הכפתור עצמו, וגוללת לראש הדף.‬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‫showTab - רינדור עצל של גרפים בעת מעבר טאב‬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‫גרף מרונדר רק כשהמשתמש נכנס לטאב שלו לראשונה, ולא מרונדר שוב אחר כך‬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7_showt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98524"/>
            <a:ext cx="6035040" cy="4683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521208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‫למה עצל ולא מיד:‬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210312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‫Plotly.newPlot בונה SVG של גרף. הפעולה יקרה - כ-50 עד 150 מילישניות לגרף.‬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‫12 גרפים בבת אחת = 1 עד 2 שניות של מסך תקוע. אם היינו מרנדרים בטעינה הראשונית, המשתמש היה מחכה.‬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‫במקום זה - גרף מרונדר רק ברגע שהמשתמש בוחר את הטאב שלו.‬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‫rendered = {} - מילון מטמון. אחרי רינדור, נשמר rendered[fid] = true. כניסה חוזרת לטאב לא מרנדרת מחדש.‬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‫Plotly.Plots.resize (כ-10 מילישניות) - רק מתאים את הגודל לרוחב הפאנל הנוכחי אם המשתמש שינה את גודל החלון.‬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‫מפת Folium - הזרקה ב-iframe ותיקון גודל אחרי הצגה‬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‫המפה מוזרקת ב-iframe כדי לבודד אותה, ואחרי הצגה נדרש לאלץ אותה לחשב את הגודל מחדש‬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8_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33928"/>
            <a:ext cx="5852160" cy="4413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463040"/>
            <a:ext cx="539496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‫איך זה עובד:‬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‫iframe (Inline Frame) - חלון קטן של דף HTML נפרד בתוך דף אחר. יש לו window, document, ו-CSS משלו. שימושי כדי להטמיע Leaflet בלי שה-CSS שלו יתנגש עם הדאשבורד.‬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‫srcdoc - מאפיין של iframe שמאפשר להזין מחרוזת HTML במקום URL. הדפדפן מרנדר את המחרוזת כאילו היא דף עצמאי.‬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‫MAP_SRCDOC היא מחרוזת של HTML שלם עם Leaflet.js פנימי, שנוצרה מוקדם יותר בפייתון.‬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‫בעיה - אם הפאנל של Geography היה מוסתר כשהמפה נטענה, Leaflet חושב שהמסגרת בגודל 0 ומרנדר אותה קטנה.‬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‫Object.keys(win).find - מוצא את המשתנה הפנימי של Leaflet ששמו מתחיל ב-map_.‬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‫invalidateSize - פקודה של Leaflet: חשב מחדש את הגודל של המפה.‬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‫סימולטור ריבית דריבית - חישוב Future Value בזמן אמת‬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‫המשתמש מזיז סליידרים, החישוב רץ מיד ומעדכן את הצג‬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09_si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63040"/>
            <a:ext cx="53492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463040"/>
            <a:ext cx="539496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‫הנוסחה והגזירה שלה:‬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583680" y="2103120"/>
            <a:ext cx="50292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‫Future Value של אנואיטי - סכום הצטברות של הפקדות חוזרות עם ריבית: FV = M * ((1+r)^n - 1) / r‬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‫הנוסחה נגזרת מסכום סדרה גיאומטרית. ההפקדה הראשונה מרוויחה ריבית ל-n-1 חודשים, השנייה ל-n-2, וכן הלאה.‬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‫דוגמה - גיל התחלה 25, הפקדה חודשית של 500, ריבית שנתית 6%. אחרי 42 שנים (n=504, r=0.005): FV שווה בערך 1.21 מיליון.‬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‫addEventListener(input) - כל שינוי בסליידר מפעיל את renderSim מיד. החישוב מתעדכן, הצג משתנה, המשתמש רואה תוצאה חדשה במיליסניות.‬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‫Handoff בין החלקים והרצת הדאשבורד‬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‫טעינת מצב של שי ועובד מקבצי pkl, ופתיחת הדאשבורד בדפדפן או הורדתו ב-Colab‬</a:t>
            </a:r>
            <a:endParaRPr lang="en-US" sz="1300" dirty="0"/>
          </a:p>
        </p:txBody>
      </p:sp>
      <p:pic>
        <p:nvPicPr>
          <p:cNvPr id="5" name="Image 0" descr="C:\Users\OR\AppData\Local\Temp\claude\C--Users-OR-Downloads---------Data-Science--------------project-mid-DS-main\12b293ca-acb9-4f0f-b5a2-5fa274a82e73\scratchpad\code_imgs\s10_se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663908"/>
            <a:ext cx="6035040" cy="435314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0" y="1463040"/>
            <a:ext cx="5212080" cy="4754880"/>
          </a:xfrm>
          <a:prstGeom prst="roundRect">
            <a:avLst>
              <a:gd name="adj" fmla="val 962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0" y="1600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‫שני חלקים:‬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766560" y="2103120"/>
            <a:ext cx="4846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‫בתחילת החלק שלי - בדיקה אם המשתנים החיוניים קיימים בזיכרון. אם לא, סימן שרק החלק שלי רץ (למשל בסשן חדש ב-Colab). באותו מקרה, טעינה של shai_state.pkl ו-ovad_state.pkl.‬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‫globals().update - מזריק את המפתחות של המילון כמשתנים גלובליים במחברת. אחרי הפעולה, model_data ו-features קיימים כאילו הוגדרו במפורש בקוד.‬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‫אחרי הרכבת index.html - הרצת הדאשבורד. במקומי: הרמת HTTP server מקומי ב-127.0.0.1 ופתיחה בדפדפן.‬</a:t>
            </a:r>
            <a:endParaRPr lang="en-US" sz="1200" dirty="0"/>
          </a:p>
          <a:p>
            <a:pPr algn="r" marL="342900" indent="-342900">
              <a:spcAft>
                <a:spcPts val="400"/>
              </a:spcAft>
              <a:buSzPct val="100000"/>
              <a:buChar char="●"/>
            </a:pPr>
            <a:r>
              <a:rPr lang="en-US" sz="12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‫ב-Colab: אין דפדפן זמין במחברת ואין גישה לפורט 127.0.0.1. במקום זה, files.download מפעיל הורדה של הקובץ למחשב של המשתמש.‬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2026-07-19T16:53:02Z</dcterms:created>
  <dcterms:modified xsi:type="dcterms:W3CDTF">2026-07-19T16:53:02Z</dcterms:modified>
</cp:coreProperties>
</file>